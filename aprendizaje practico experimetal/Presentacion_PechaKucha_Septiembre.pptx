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6" Type="http://schemas.openxmlformats.org/officedocument/2006/relationships/metadata/core-properties" Target="docProps/core0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</p:sldMasterIdLst>
  <p:sldIdLst>
    <p:sldId id="256" r:id="rId3"/>
    <p:sldId id="257" r:id="rId4"/>
    <p:sldId id="269" r:id="rId5"/>
    <p:sldId id="258" r:id="rId6"/>
    <p:sldId id="268" r:id="rId7"/>
    <p:sldId id="259" r:id="rId8"/>
    <p:sldId id="267" r:id="rId9"/>
    <p:sldId id="260" r:id="rId10"/>
    <p:sldId id="261" r:id="rId11"/>
    <p:sldId id="265" r:id="rId12"/>
    <p:sldId id="262" r:id="rId13"/>
    <p:sldId id="270" r:id="rId14"/>
    <p:sldId id="263" r:id="rId15"/>
    <p:sldId id="272" r:id="rId16"/>
    <p:sldId id="273" r:id="rId17"/>
    <p:sldId id="271" r:id="rId18"/>
    <p:sldId id="275" r:id="rId19"/>
    <p:sldId id="274" r:id="rId20"/>
    <p:sldId id="276" r:id="rId21"/>
    <p:sldId id="277" r:id="rId22"/>
  </p:sldIdLst>
  <p:sldSz cx="9144000" cy="5143500" type="screen16x9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D9D9D69-38A4-4877-826C-E312520FD3AD}">
          <p14:sldIdLst>
            <p14:sldId id="256"/>
            <p14:sldId id="257"/>
            <p14:sldId id="269"/>
            <p14:sldId id="258"/>
            <p14:sldId id="268"/>
            <p14:sldId id="259"/>
            <p14:sldId id="267"/>
            <p14:sldId id="260"/>
            <p14:sldId id="261"/>
            <p14:sldId id="265"/>
            <p14:sldId id="262"/>
            <p14:sldId id="270"/>
            <p14:sldId id="263"/>
            <p14:sldId id="272"/>
            <p14:sldId id="273"/>
            <p14:sldId id="271"/>
            <p14:sldId id="275"/>
            <p14:sldId id="274"/>
            <p14:sldId id="276"/>
            <p14:sldId id="27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42"/>
    <a:srgbClr val="9DE6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 /><Relationship Id="rId13" Type="http://schemas.openxmlformats.org/officeDocument/2006/relationships/slide" Target="slides/slide11.xml" /><Relationship Id="rId18" Type="http://schemas.openxmlformats.org/officeDocument/2006/relationships/slide" Target="slides/slide16.xml" /><Relationship Id="rId26" Type="http://schemas.openxmlformats.org/officeDocument/2006/relationships/tableStyles" Target="tableStyles.xml" /><Relationship Id="rId3" Type="http://schemas.openxmlformats.org/officeDocument/2006/relationships/slide" Target="slides/slide1.xml" /><Relationship Id="rId21" Type="http://schemas.openxmlformats.org/officeDocument/2006/relationships/slide" Target="slides/slide19.xml" /><Relationship Id="rId7" Type="http://schemas.openxmlformats.org/officeDocument/2006/relationships/slide" Target="slides/slide5.xml" /><Relationship Id="rId12" Type="http://schemas.openxmlformats.org/officeDocument/2006/relationships/slide" Target="slides/slide10.xml" /><Relationship Id="rId17" Type="http://schemas.openxmlformats.org/officeDocument/2006/relationships/slide" Target="slides/slide15.xml" /><Relationship Id="rId25" Type="http://schemas.openxmlformats.org/officeDocument/2006/relationships/theme" Target="theme/theme1.xml" /><Relationship Id="rId2" Type="http://schemas.openxmlformats.org/officeDocument/2006/relationships/slideMaster" Target="slideMasters/slideMaster2.xml" /><Relationship Id="rId16" Type="http://schemas.openxmlformats.org/officeDocument/2006/relationships/slide" Target="slides/slide14.xml" /><Relationship Id="rId20" Type="http://schemas.openxmlformats.org/officeDocument/2006/relationships/slide" Target="slides/slide18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4.xml" /><Relationship Id="rId11" Type="http://schemas.openxmlformats.org/officeDocument/2006/relationships/slide" Target="slides/slide9.xml" /><Relationship Id="rId24" Type="http://schemas.openxmlformats.org/officeDocument/2006/relationships/viewProps" Target="viewProps.xml" /><Relationship Id="rId5" Type="http://schemas.openxmlformats.org/officeDocument/2006/relationships/slide" Target="slides/slide3.xml" /><Relationship Id="rId15" Type="http://schemas.openxmlformats.org/officeDocument/2006/relationships/slide" Target="slides/slide13.xml" /><Relationship Id="rId23" Type="http://schemas.openxmlformats.org/officeDocument/2006/relationships/presProps" Target="presProps.xml" /><Relationship Id="rId10" Type="http://schemas.openxmlformats.org/officeDocument/2006/relationships/slide" Target="slides/slide8.xml" /><Relationship Id="rId19" Type="http://schemas.openxmlformats.org/officeDocument/2006/relationships/slide" Target="slides/slide17.xml" /><Relationship Id="rId4" Type="http://schemas.openxmlformats.org/officeDocument/2006/relationships/slide" Target="slides/slide2.xml" /><Relationship Id="rId9" Type="http://schemas.openxmlformats.org/officeDocument/2006/relationships/slide" Target="slides/slide7.xml" /><Relationship Id="rId14" Type="http://schemas.openxmlformats.org/officeDocument/2006/relationships/slide" Target="slides/slide12.xml" /><Relationship Id="rId22" Type="http://schemas.openxmlformats.org/officeDocument/2006/relationships/slide" Target="slides/slide20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hyperlink" Target="http://bit.ly/2TtBDfr" TargetMode="Externa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;p2"/>
          <p:cNvGrpSpPr/>
          <p:nvPr/>
        </p:nvGrpSpPr>
        <p:grpSpPr>
          <a:xfrm>
            <a:off x="-1428840" y="-2489040"/>
            <a:ext cx="13306680" cy="9433440"/>
            <a:chOff x="-1428840" y="-2489040"/>
            <a:chExt cx="13306680" cy="9433440"/>
          </a:xfrm>
        </p:grpSpPr>
        <p:pic>
          <p:nvPicPr>
            <p:cNvPr id="3" name="Google Shape;10;p2"/>
            <p:cNvPicPr/>
            <p:nvPr/>
          </p:nvPicPr>
          <p:blipFill>
            <a:blip r:embed="rId2">
              <a:alphaModFix amt="80000"/>
            </a:blip>
            <a:stretch/>
          </p:blipFill>
          <p:spPr>
            <a:xfrm>
              <a:off x="-1428840" y="1344240"/>
              <a:ext cx="5142960" cy="5142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" name="Google Shape;11;p2"/>
            <p:cNvPicPr/>
            <p:nvPr/>
          </p:nvPicPr>
          <p:blipFill>
            <a:blip r:embed="rId2">
              <a:alphaModFix amt="80000"/>
            </a:blip>
            <a:stretch/>
          </p:blipFill>
          <p:spPr>
            <a:xfrm flipH="1">
              <a:off x="6734880" y="1801440"/>
              <a:ext cx="5142960" cy="5142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" name="Google Shape;12;p2"/>
            <p:cNvPicPr/>
            <p:nvPr/>
          </p:nvPicPr>
          <p:blipFill>
            <a:blip r:embed="rId2">
              <a:alphaModFix amt="80000"/>
            </a:blip>
            <a:stretch/>
          </p:blipFill>
          <p:spPr>
            <a:xfrm rot="10800000">
              <a:off x="4248720" y="-2489040"/>
              <a:ext cx="5142960" cy="5142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13160" y="920520"/>
            <a:ext cx="6838560" cy="1785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oogle Shape;173;p25"/>
          <p:cNvGrpSpPr/>
          <p:nvPr/>
        </p:nvGrpSpPr>
        <p:grpSpPr>
          <a:xfrm>
            <a:off x="-285840" y="-1269720"/>
            <a:ext cx="9677520" cy="8442720"/>
            <a:chOff x="-285840" y="-1269720"/>
            <a:chExt cx="9677520" cy="8442720"/>
          </a:xfrm>
        </p:grpSpPr>
        <p:pic>
          <p:nvPicPr>
            <p:cNvPr id="9" name="Google Shape;174;p25"/>
            <p:cNvPicPr/>
            <p:nvPr/>
          </p:nvPicPr>
          <p:blipFill>
            <a:blip r:embed="rId2">
              <a:alphaModFix amt="80000"/>
            </a:blip>
            <a:stretch/>
          </p:blipFill>
          <p:spPr>
            <a:xfrm flipH="1">
              <a:off x="4248720" y="2030040"/>
              <a:ext cx="5142960" cy="5142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" name="Google Shape;175;p25"/>
            <p:cNvPicPr/>
            <p:nvPr/>
          </p:nvPicPr>
          <p:blipFill>
            <a:blip r:embed="rId2">
              <a:alphaModFix amt="80000"/>
            </a:blip>
            <a:stretch/>
          </p:blipFill>
          <p:spPr>
            <a:xfrm rot="10800000" flipH="1">
              <a:off x="-285840" y="-1269720"/>
              <a:ext cx="5142960" cy="5142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2696040" y="608040"/>
            <a:ext cx="5734440" cy="1261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7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" name="Google Shape;178;p25"/>
          <p:cNvSpPr/>
          <p:nvPr/>
        </p:nvSpPr>
        <p:spPr>
          <a:xfrm>
            <a:off x="713160" y="3656880"/>
            <a:ext cx="4945320" cy="49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CRÉDITOS: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 Esta plantilla es una creación de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  <a:hlinkClick r:id="rId3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, e incluye iconos , infografías e imágenes de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  <a:hlinkClick r:id="rId4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2696040" y="608040"/>
            <a:ext cx="5734440" cy="126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theme" Target="../theme/theme2.xml" /><Relationship Id="rId1" Type="http://schemas.openxmlformats.org/officeDocument/2006/relationships/slideLayout" Target="../slideLayouts/slideLayout3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23;p4"/>
          <p:cNvPicPr/>
          <p:nvPr/>
        </p:nvPicPr>
        <p:blipFill>
          <a:blip r:embed="rId3">
            <a:alphaModFix amt="80000"/>
          </a:blip>
          <a:stretch/>
        </p:blipFill>
        <p:spPr>
          <a:xfrm rot="10800000">
            <a:off x="5544000" y="-2489040"/>
            <a:ext cx="514296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3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3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3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3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3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3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3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3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3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Layout" Target="../slideLayouts/slideLayout3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 /><Relationship Id="rId1" Type="http://schemas.openxmlformats.org/officeDocument/2006/relationships/slideLayout" Target="../slideLayouts/slideLayout3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3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3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 /><Relationship Id="rId1" Type="http://schemas.openxmlformats.org/officeDocument/2006/relationships/slideLayout" Target="../slideLayouts/slideLayout3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 /><Relationship Id="rId1" Type="http://schemas.openxmlformats.org/officeDocument/2006/relationships/slideLayout" Target="../slideLayouts/slideLayout3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 /><Relationship Id="rId1" Type="http://schemas.openxmlformats.org/officeDocument/2006/relationships/slideLayout" Target="../slideLayouts/slideLayout3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 /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oogle Shape;201;p31"/>
          <p:cNvCxnSpPr/>
          <p:nvPr/>
        </p:nvCxnSpPr>
        <p:spPr>
          <a:xfrm>
            <a:off x="1082040" y="4946160"/>
            <a:ext cx="7347960" cy="360"/>
          </a:xfrm>
          <a:prstGeom prst="straightConnector1">
            <a:avLst/>
          </a:prstGeom>
          <a:ln w="9525">
            <a:solidFill>
              <a:srgbClr val="152C33"/>
            </a:solidFill>
            <a:round/>
          </a:ln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964D1842-24F5-7F63-4076-76A41C46E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" y="0"/>
            <a:ext cx="913385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/>
          <p:cNvSpPr/>
          <p:nvPr/>
        </p:nvSpPr>
        <p:spPr>
          <a:xfrm>
            <a:off x="655407" y="884141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rmAutofit/>
          </a:bodyPr>
          <a:lstStyle/>
          <a:p>
            <a:pPr>
              <a:tabLst>
                <a:tab pos="0" algn="l"/>
              </a:tabLst>
            </a:pPr>
            <a:endParaRPr lang="es-EC" sz="1300"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D97549-9610-0660-A543-0D6365AF0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" y="0"/>
            <a:ext cx="913385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8F904-27E8-B142-B1C5-A516B2462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8" name="Picture 747">
            <a:extLst>
              <a:ext uri="{FF2B5EF4-FFF2-40B4-BE49-F238E27FC236}">
                <a16:creationId xmlns:a16="http://schemas.microsoft.com/office/drawing/2014/main" id="{DCE018CE-FB9F-C96A-23DA-E4AD99D73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" y="0"/>
            <a:ext cx="913385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856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5E89A72B-F251-E822-2BA7-C018C1D39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9" y="0"/>
            <a:ext cx="9128143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F9077-AB5B-DB9C-360B-1EC77224C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227B8C-7A1F-E418-21E3-5512D4652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9" y="0"/>
            <a:ext cx="912814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311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0CE288-E392-ED3A-2253-5EACDA7CE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9" y="0"/>
            <a:ext cx="9118023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FF1F2-FF38-6D95-DB3A-536AF9253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273063E2-99F6-6E78-968F-2766E8847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" y="0"/>
            <a:ext cx="913385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705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03310F-BE3F-8AB5-9D59-14ABB61F0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" y="0"/>
            <a:ext cx="913385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6F16BDB-DF43-8589-8D17-E177CDCCE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" y="0"/>
            <a:ext cx="913385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D735B-A228-B90F-6964-B8A0D4B54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D363A1B-7EFF-5EED-B127-9AE2D6677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227"/>
            <a:ext cx="9144000" cy="5129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42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0BA5B7-0866-628D-1BB5-13F11B8C3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" y="0"/>
            <a:ext cx="913385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36418-4CC1-E9BE-CDCC-167CF88B3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5816874-B6AE-FD46-E54F-0B12AADF5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0" y="0"/>
            <a:ext cx="911236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830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DEBB4C-226C-BA27-04D3-D5B05A999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B74F2-4670-EEB0-4E99-43FE4D6F7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FCCAB4-9B68-5E16-60A5-7BF324A46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9" y="0"/>
            <a:ext cx="911802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636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49FF6-B43C-0E4C-184A-7911611A1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A8F3B98-DBAB-1347-D16C-5CF0E4BC1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9" y="0"/>
            <a:ext cx="911802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538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6F134-1448-C6A5-1AB9-D16A33BBC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DFC9248-23C5-C41E-05BD-849D39192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59"/>
            <a:ext cx="9144000" cy="510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343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53BD8-DE4F-40B0-6974-90DF12EE7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61ABFFB-527D-DE35-4EAB-31797F954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" y="0"/>
            <a:ext cx="913385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3915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8D41C-5872-E220-4A29-997CC4B39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F7AFB1-4DD6-4F94-9EAE-DE810FFD8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9" y="0"/>
            <a:ext cx="911802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259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ACA48-A98D-05C3-5CD5-B3B28D4AD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EE752DB-4A8B-AD82-C650-E6D30F667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324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92350-1037-49F6-ADBE-C7AB06843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2EFE34-3AD1-179B-5279-90A95A52C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" y="0"/>
            <a:ext cx="913385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194612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Blue Gradients Portfolio by Slidesgo">
  <a:themeElements>
    <a:clrScheme name="Simple Light">
      <a:dk1>
        <a:srgbClr val="152C33"/>
      </a:dk1>
      <a:lt1>
        <a:srgbClr val="F2F8FA"/>
      </a:lt1>
      <a:dk2>
        <a:srgbClr val="89D3E8"/>
      </a:dk2>
      <a:lt2>
        <a:srgbClr val="8FADB5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52C33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legant Blue Gradients Portfolio by Slidesgo">
  <a:themeElements>
    <a:clrScheme name="Simple Light">
      <a:dk1>
        <a:srgbClr val="152C33"/>
      </a:dk1>
      <a:lt1>
        <a:srgbClr val="F2F8FA"/>
      </a:lt1>
      <a:dk2>
        <a:srgbClr val="89D3E8"/>
      </a:dk2>
      <a:lt2>
        <a:srgbClr val="8FADB5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52C33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Presentación en pantalla (16:9)</PresentationFormat>
  <Slides>20</Slides>
  <Notes>0</Notes>
  <HiddenSlides>0</HiddenSlide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diapositiva</vt:lpstr>
      </vt:variant>
      <vt:variant>
        <vt:i4>20</vt:i4>
      </vt:variant>
    </vt:vector>
  </HeadingPairs>
  <TitlesOfParts>
    <vt:vector size="22" baseType="lpstr">
      <vt:lpstr>Elegant Blue Gradients Portfolio by Slidesgo</vt:lpstr>
      <vt:lpstr>Elegant Blue Gradients Portfolio by Slidesgo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ILBAY SACA EDUARDO ALEXANDER</cp:lastModifiedBy>
  <cp:revision>2</cp:revision>
  <dcterms:modified xsi:type="dcterms:W3CDTF">2026-10-23T01:00:25Z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2026-09-28T13:28:11Z</dcterms:created>
  <dc:creator>Slidesgo AI</dc:creator>
  <dc:description/>
  <dc:language>en-US</dc:language>
  <cp:lastModifiedBy>Unknown Creator</cp:lastModifiedBy>
  <dcterms:modified xsi:type="dcterms:W3CDTF">2026-09-28T13:28:11Z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9</vt:r8>
  </property>
  <property fmtid="{D5CDD505-2E9C-101B-9397-08002B2CF9AE}" pid="3" name="SlidesgoGeneratedBy">
    <vt:lpwstr>slidesgo-ai</vt:lpwstr>
  </property>
  <property fmtid="{D5CDD505-2E9C-101B-9397-08002B2CF9AE}" pid="4" name="SlidesgoPresentationUuid">
    <vt:lpwstr>a2dab3ba-ae9e-47b3-a53c-e466bfce8f5b</vt:lpwstr>
  </property>
</Properties>
</file>